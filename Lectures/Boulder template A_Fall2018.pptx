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0" r:id="rId4"/>
    <p:sldId id="258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B879"/>
    <a:srgbClr val="D3B979"/>
    <a:srgbClr val="D2C121"/>
    <a:srgbClr val="D2BF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/>
    <p:restoredTop sz="94687"/>
  </p:normalViewPr>
  <p:slideViewPr>
    <p:cSldViewPr>
      <p:cViewPr varScale="1">
        <p:scale>
          <a:sx n="99" d="100"/>
          <a:sy n="99" d="100"/>
        </p:scale>
        <p:origin x="90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457200" y="6096000"/>
            <a:ext cx="8229600" cy="1588"/>
          </a:xfrm>
          <a:prstGeom prst="line">
            <a:avLst/>
          </a:prstGeom>
          <a:ln w="63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E6AD962-ADD2-7942-AEEE-48818CDFCC96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80847"/>
            <a:ext cx="3048000" cy="4609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 Black"/>
          <a:ea typeface="+mn-ea"/>
          <a:cs typeface="Arial Black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i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0300EE-23E3-8B48-8552-30A0D75D77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" y="0"/>
            <a:ext cx="914124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268A18-C50A-3045-BF78-87E6FAA7F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5181600"/>
            <a:ext cx="2133600" cy="10952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072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1650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955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907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396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14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0297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366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063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9889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002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387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8637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0027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414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8308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524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661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08032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0048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8846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803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6586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490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3338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4677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4618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5420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1601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1133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6443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5986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5135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82952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53165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8254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3563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42907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7148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314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4120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97654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5202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88657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651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1068</TotalTime>
  <Words>0</Words>
  <Application>Microsoft Office PowerPoint</Application>
  <PresentationFormat>On-screen Show (4:3)</PresentationFormat>
  <Paragraphs>0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waldo</dc:creator>
  <cp:lastModifiedBy>Osita Onyejekwe</cp:lastModifiedBy>
  <cp:revision>100</cp:revision>
  <dcterms:created xsi:type="dcterms:W3CDTF">2010-10-28T17:57:07Z</dcterms:created>
  <dcterms:modified xsi:type="dcterms:W3CDTF">2021-01-20T18:27:22Z</dcterms:modified>
</cp:coreProperties>
</file>